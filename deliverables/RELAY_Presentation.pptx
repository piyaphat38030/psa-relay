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04"/>
    <p:restoredTop sz="94610"/>
  </p:normalViewPr>
  <p:slideViewPr>
    <p:cSldViewPr snapToGrid="0" snapToObjects="1">
      <p:cViewPr>
        <p:scale>
          <a:sx n="187" d="100"/>
          <a:sy n="187" d="100"/>
        </p:scale>
        <p:origin x="464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2988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Code Sprint 2.0  ·  Agentic AI in Action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transshipment connections when the schedule breaks with agentic orchestration and human gates on high-impact moves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deliverable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recommend RELAY: detect connection risk, orchestrate recovery, and gate high-impact moves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— three supporting arguments (MECE)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97480" cy="29260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is connection continuity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T/S hub, ETA slips and crane shocks push boxes into the miss window — cascading network delay, dwell, and SLA exposure.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9260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74720" y="1554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loop with tiered autonomy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run sense→score→plan→critique→execute. Physical/commercial moves require planner approval tokens by design.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9260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09360" y="2011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scoring criteria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274320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E2E workflow, T/S-first originality, responsible controls (retries/fallback/audit), and a clear ops narrative.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PSA Code Sprint 2.0 brief (Agentic AI in Action); team analysis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Transshipment economics break when off-schedule bunching erodes the connection buffer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hub context (public sources — not live PSA data)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~90% throughput is transshipment (MPA 2024)   ·   ~90% vessels off-schedule in 1H 2024 (PSA)   ·   +8% container rehandling (PSA 1H 2024)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737360" cy="530352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0939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1965960"/>
            <a:ext cx="6492240" cy="53035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23160" y="2093976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ETA revision, quay crane downtime, AIS/yard data gaps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24328"/>
            <a:ext cx="1737360" cy="530352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7523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94560" y="2624328"/>
            <a:ext cx="6492240" cy="53035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423160" y="27523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buffer → 0: premium, reefer, and DG boxes first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82696"/>
            <a:ext cx="1737360" cy="530352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410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94560" y="3282696"/>
            <a:ext cx="6492240" cy="53035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23160" y="341071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links → dwell, rehandle wave, network SLA damage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41064"/>
            <a:ext cx="1737360" cy="530352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4069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PSA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194560" y="3941064"/>
            <a:ext cx="6492240" cy="53035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23160" y="40690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value = connection reliability under volatility, not berth count alone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MPA 2024; Maritime Executive Jul 2024 (PSA); team synthetic twin for quantification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32" name="Audio 31">
            <a:extLst>
              <a:ext uri="{FF2B5EF4-FFF2-40B4-BE49-F238E27FC236}">
                <a16:creationId xmlns:a16="http://schemas.microsoft.com/office/drawing/2014/main" id="{EFC3FCA7-774F-97D2-6167-4A5B3D11EB8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78800" y="41783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231"/>
    </mc:Choice>
    <mc:Fallback>
      <p:transition spd="slow" advTm="3723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2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today is fragmented — and full autonomy would be the wrong risk trade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97480" cy="310896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live in different systems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Planners swivel-chair under time pressure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audit trail on who decided what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time-to-coordinated action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97480" cy="310896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0" y="1280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answer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173736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 autonomy for its own sake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over ops without tool gates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physical moves on incomplete data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multi-agent demo without domain engine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2697480" cy="310896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09360" y="1280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choice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173736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sense, score, plan, notify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HITL: restow, cutoff, hold, DG/reefer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Escalate: reject path + superintendent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brief: higher autonomy ≠ better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PSA Code Sprint kickoff — “Higher autonomy is not automatically better”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closes the loop with six agents, deterministic scoring, and approval tokens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280160" cy="123444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47088" y="1143000"/>
            <a:ext cx="1280160" cy="123444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47088" y="1280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47088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47088" y="1965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36976" y="1143000"/>
            <a:ext cx="1280160" cy="123444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36976" y="1280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36976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36976" y="1965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26864" y="1143000"/>
            <a:ext cx="1280160" cy="123444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26864" y="1280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26864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Critique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26864" y="1965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1143000"/>
            <a:ext cx="1280160" cy="1234440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16752" y="1280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16752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16752" y="1965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6640" y="1143000"/>
            <a:ext cx="1280160" cy="123444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06640" y="1280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0664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06640" y="1965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697480"/>
            <a:ext cx="2697480" cy="1554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1792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handled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" y="32461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alert, state change, degraded process metric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91840" y="2697480"/>
            <a:ext cx="2697480" cy="1554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56432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orchestrated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456432" y="32461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Schedule, ETA, connections, yard, crane, simulate, work order, notify, AIS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26480" y="2697480"/>
            <a:ext cx="2697480" cy="1554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91072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produced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91072" y="32461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Decisions, tool calls/errors, approvals, actions, metrics — append-only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RELAY runtime — custom state machine (not a thin framework wrapper)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separates domain truth from agent orchestration — team-designed, not platform magic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103120" cy="68580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252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console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6126480" cy="6858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0" y="11887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at-risk table, plan compare, approval queue, live execution trace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103120" cy="68580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0756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0" y="1874520"/>
            <a:ext cx="6126480" cy="6858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0" y="20116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machine: detected → analysing → planning → critique → awaiting approval → executing → closed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2103120" cy="68580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8986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engine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0" y="2697480"/>
            <a:ext cx="6126480" cy="6858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43200" y="2834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connection risk + what-if simulator + policy gates (allowlist, approval tokens)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2103120" cy="68580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7216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/ tools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60320" y="3520440"/>
            <a:ext cx="6126480" cy="6858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0" y="3657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Tuas-style terminal APIs (team-built sample data — PSA provides no dataset this year). Same contracts for PORTNET/CITOS-class integration in Sprinternship; aligns with MPA Maritime Digital Twin scenario layer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ARCHITECTURE.md · Data assumptions in Appendix A · team-designed workflow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demo twin, approved plans cut expected connection loss within one audited cycle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011680" cy="36576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468880" y="1097280"/>
            <a:ext cx="822960" cy="36576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At-risk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1371600" cy="36576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91840" y="11704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 loss (USD)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1188720" cy="36576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11704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1097280"/>
            <a:ext cx="822960" cy="36576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521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1097280"/>
            <a:ext cx="1280160" cy="36576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170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avoided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463040"/>
            <a:ext cx="201168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1554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feeder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468880" y="1463040"/>
            <a:ext cx="82296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468880" y="1554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1463040"/>
            <a:ext cx="137160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1554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10,209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463040"/>
            <a:ext cx="118872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15544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PLAN-B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1463040"/>
            <a:ext cx="82296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852160" y="1554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75120" y="1463040"/>
            <a:ext cx="128016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75120" y="15544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10,209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1901952"/>
            <a:ext cx="201168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1993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 outage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468880" y="1901952"/>
            <a:ext cx="82296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468880" y="19933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1901952"/>
            <a:ext cx="1371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91840" y="19933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6,563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1901952"/>
            <a:ext cx="118872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63440" y="1993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852160" y="1901952"/>
            <a:ext cx="82296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852160" y="19933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675120" y="1901952"/>
            <a:ext cx="128016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675120" y="19933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6,563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2340864"/>
            <a:ext cx="201168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7200" y="24323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+ API fail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68880" y="2340864"/>
            <a:ext cx="82296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468880" y="24323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91840" y="2340864"/>
            <a:ext cx="137160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91840" y="24323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22,563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2340864"/>
            <a:ext cx="118872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663440" y="24323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PLAN-B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852160" y="2340864"/>
            <a:ext cx="82296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852160" y="24323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675120" y="2340864"/>
            <a:ext cx="1280160" cy="4389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675120" y="24323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13,111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85800" y="3200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So-what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1828800" y="320040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rejects the infeasible crane plan (PLAN-X). Uncertainty scenario intentionally leaves residual risk visible — partial recovery under incomplete data, not false precision.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RELAY synthetic twin runs (2026-08-23); illustrative — not live PORTNET data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and tool failure are first-class paths — no silent improvisation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1792" y="1645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Retryable tool errors re-attempt with backoff; every attempt is traced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56432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56432" y="1645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 API 503 → last-known twin cache; reefers flagged verify-before-dispatch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91072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Widen bands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91072" y="1645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AIS increases ETA uncertainty before scoring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" y="3246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rejection notifies shift superintendent with dossier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269748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56432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6432" y="3246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free-form shell/SQL — only registered tools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269748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91072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91072" y="3246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of high-impact work orders requires approval_token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Brief criteria — Scalability, Security and Responsible AI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Near-term impact is measurable; Sprinternship binds the same contracts to terminal systems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9748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697480" cy="24688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twin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console + 3 scenarios + audited traces for shortlisting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9748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2618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Sep–Oct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91840" y="1600200"/>
            <a:ext cx="2697480" cy="24688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Sprinternship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Shadow-mode with PSA mentors; tune risk weights with planners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69748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26480" y="12618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1600200"/>
            <a:ext cx="2697480" cy="24688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23774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PORTNET / CITOS-class APIs, SSO/RBAC, production audit sink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Competition timeline (shortlist 4 Sep; Sprinternship Sep–Oct; Finals 23 Oct)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is built to the brief’s four criteria — ready for a live scenario walkthrough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design &amp; execution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89120" y="13716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state machine, tools, HITL, traces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&amp; originality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0" y="20116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T/S-first problem + dissent critic + hybrid engine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&amp; responsible AI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0" y="26517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Allowlist, gates, fallback, token accounting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&amp; clarity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3291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console + this deck + architecture brief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or re-run late feeder / crane outage live in the ops console.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 ·  Data sources &amp; assumptions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uses a synthetic terminal twin — no PSA dataset or LLM API was provided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069080" cy="1554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Team-authored sample data: vessels, ETAs, yard blocks, crane states, T/S boxes, miss-cost model. Deterministic risk + simulate engines — no external LLM required at runtime.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051560"/>
            <a:ext cx="4069080" cy="1554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1234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context only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55448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MPA / PSA public figures (~90% T/S; ~90% off-schedule 1H24; +8% rehandling) frame the problem. They are not live operational feeds.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4069080" cy="1554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(stated)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buffer = mother ETA − feeder ETA − handling − safety margin. Miss cost illustrative. Approval tokens required for restow / cutoff / hold. Tool failures are injected on purpose in scenario 3.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2743200"/>
            <a:ext cx="4069080" cy="1554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29260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324612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 contracts intended for PORTNET® / CITOS-class APIs in Sprinternship. Twin is a stand-in, not a claim of production data access.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PSA Code Sprint Telegram clarifications — synthetic/sample data allowed; assumptions must be stated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 ·  Technical stack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is deliberately lean — stdlib brain, React console, zero paid API keys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828800" cy="50292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1795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0" y="1051560"/>
            <a:ext cx="3291840" cy="50292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77440" y="11795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0" y="1051560"/>
            <a:ext cx="3108960" cy="50292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0" y="1179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554480"/>
            <a:ext cx="18288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16824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0" y="1554480"/>
            <a:ext cx="329184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377440" y="16824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stdlib HTTP + dataclasses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15544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0" y="16824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FastAPI/pydantic; runs without pip; portable demo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057400"/>
            <a:ext cx="18288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21854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engine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86000" y="2057400"/>
            <a:ext cx="329184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77440" y="2185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risk + simulate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77840" y="2057400"/>
            <a:ext cx="310896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21854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Auditable; LLM optional for narration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560320"/>
            <a:ext cx="18288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26883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86000" y="2560320"/>
            <a:ext cx="329184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377440" y="2688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Allowlisted mock APIs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0" y="256032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69280" y="2688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Retries, fallback cache, failure injection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063240"/>
            <a:ext cx="18288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8640" y="31912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console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286000" y="3063240"/>
            <a:ext cx="329184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377440" y="31912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+ TypeScript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577840" y="3063240"/>
            <a:ext cx="310896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69280" y="31912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UX, phase stepper, live trace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3566160"/>
            <a:ext cx="18288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36941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286000" y="3566160"/>
            <a:ext cx="329184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377440" y="36941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unittest / pytest-compatible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577840" y="356616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669280" y="3694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Plan≈result alignment; scenario regression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relay/README.md · No PSA LLM credits / API keys required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 ·  Agent roles &amp; workflow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agent owns one job — Critic can dissent; Executor never bypasses approval tokens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173736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94560" y="1005840"/>
            <a:ext cx="6492240" cy="411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77440" y="10972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trigger; open incident; snapshot twin state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173736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5727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94560" y="1481328"/>
            <a:ext cx="6492240" cy="411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77440" y="1572768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schedule/ETA/connections; score connection buffer risk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956816"/>
            <a:ext cx="173736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194560" y="1956816"/>
            <a:ext cx="6492240" cy="411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377440" y="204825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PLAN-A/B/C(+X); simulate saved boxes &amp;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173736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5237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194560" y="2432304"/>
            <a:ext cx="6492240" cy="411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77440" y="252374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infeasible plans (e.g. PLAN-X); surface residual risk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907792"/>
            <a:ext cx="1737360" cy="411480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29992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94560" y="2907792"/>
            <a:ext cx="6492240" cy="411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377440" y="299923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 high-impact actions (restow, cutoff, hold)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83280"/>
            <a:ext cx="173736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194560" y="3383280"/>
            <a:ext cx="6492240" cy="411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377440" y="347472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allowlisted tools only with approval_token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858768"/>
            <a:ext cx="1737360" cy="41148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3950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94560" y="3858768"/>
            <a:ext cx="6492240" cy="4114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377440" y="3950208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trace: decisions, tools, errors, metrics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relay/backend/app/agents/orchestrator.py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 ·  Links &amp; references (hyperlinks allowed per organisers)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materials for judges — update URLs before upload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2011680" cy="50292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repo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68880" y="1097280"/>
            <a:ext cx="621792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hlinkClick r:id="rId3" tooltip="https://github.com/"/>
          </p:cNvPr>
          <p:cNvSpPr/>
          <p:nvPr/>
        </p:nvSpPr>
        <p:spPr>
          <a:xfrm>
            <a:off x="2651760" y="122529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0070A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tooltip="https://github.com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/ Cursor repo — paste public URL before submit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2011680" cy="50292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brief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0" y="1737360"/>
            <a:ext cx="621792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0" y="18653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12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drive.google.com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/file/d/1cI2pA7xqnanGGfHlQ9LuUI8YzXMpgM1h/</a:t>
            </a:r>
            <a:r>
              <a:rPr lang="en-US" sz="12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view?usp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=sharing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377440"/>
            <a:ext cx="2011680" cy="502920"/>
          </a:xfrm>
          <a:prstGeom prst="rect">
            <a:avLst/>
          </a:prstGeom>
          <a:solidFill>
            <a:srgbClr val="051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demo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68880" y="2377440"/>
            <a:ext cx="621792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651760" y="25054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:8000 · Console :5173 — see relay/README.md quick start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by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refs: MPA Maritime Singapore 2024 · Maritime Executive (PSA 1H 2024 ops) · Kickoff briefing 14 Aug · Telegram submission clarifications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Organiser reminder 27 Aug — submit via confirmation email before 30 Aug 23:59 SGT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41248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1485</Words>
  <Application>Microsoft Macintosh PowerPoint</Application>
  <PresentationFormat>On-screen Show (16:9)</PresentationFormat>
  <Paragraphs>230</Paragraphs>
  <Slides>14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RELAY — PSA Code Sprint 2.0</dc:title>
  <dc:subject>Agentic transshipment connection continuity</dc:subject>
  <dc:creator>RELAY Team</dc:creator>
  <cp:lastModifiedBy>Klanprayoon Piyaphat</cp:lastModifiedBy>
  <cp:revision>2</cp:revision>
  <dcterms:created xsi:type="dcterms:W3CDTF">2026-08-28T13:41:57Z</dcterms:created>
  <dcterms:modified xsi:type="dcterms:W3CDTF">2026-08-28T16:22:45Z</dcterms:modified>
</cp:coreProperties>
</file>