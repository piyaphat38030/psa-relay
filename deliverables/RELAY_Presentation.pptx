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iyaphat38030/psa-rela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Code Sprint 2.0  ·  Agentic AI in 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feeder ETAs slip or cranes go down, RELAY finds at-risk transshipment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and plans recovery — with a planner in the loop before anything moves in the yard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deliverable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scores connection risk, runs recovery options, and waits for approval before yard moves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know upfront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missed connections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transshipment hub, schedule slips push boxes past their outbound cutoff. Premium, reefer, and DG cargo tend to hurt first.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thinking; humans approve the moves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7432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 sense, score, plan, and critique. Restow orders and cutoff changes need an explicit planner sign-off.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demo, not a slide deck idea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console with three scenarios, tool traces, critic dissent, and fallback when APIs fail.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PSA Code Sprint 2.0 brief (Agentic AI in Action); team analysis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PSA throughput is transshipment — and schedules are rarely on 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hub context (public sources — not live PSA data)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throughput is transshipment (MPA 2024)   ·   ~90% vessels off-schedule in 1H 2024 (PSA)   ·   +8% container rehandling (PSA 1H 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737360" cy="530352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939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965960"/>
            <a:ext cx="6492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0939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ETA revision, quay crane downtime, AIS/yard data gaps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1737360" cy="530352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523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624328"/>
            <a:ext cx="6492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27523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buffer → 0: premium, reefer, and DG boxes first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1737360" cy="530352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107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94560" y="3282696"/>
            <a:ext cx="6492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3410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links → dwell, rehandle wave, network SLA damage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41064"/>
            <a:ext cx="1737360" cy="530352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PSA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3941064"/>
            <a:ext cx="6492240" cy="53035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242316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wins on connection reliability when things go wrong, not just berth capacity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MPA 2024; Maritime Executive Jul 2024 (PSA); team synthetic twin for quantification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stitch this together manually today — full autonomy would be worse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108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live in different systems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swivel-chair under time pressure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audit trail on who decided what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time-to-coordinated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97480" cy="3108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avoided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7373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for its own sake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with no tool or approval gates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yard moves on stale data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demo with no domain logic behind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31089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Autonomous: sense, score, plan, notify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restow, cutoff, hold, DG/reefer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Escalate: reject path + superintendent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brief: higher autonomy ≠ better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PSA Code Sprint kickoff — “Higher autonomy is not automatically better”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agents, one incident loop — scoring is deterministic, moves need approval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280160" cy="123444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47088" y="1143000"/>
            <a:ext cx="1280160" cy="123444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47088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47088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36976" y="1143000"/>
            <a:ext cx="1280160" cy="123444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36976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36976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1280160" cy="123444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6752" y="1143000"/>
            <a:ext cx="1280160" cy="123444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1" name="Text 19"/>
          <p:cNvSpPr/>
          <p:nvPr/>
        </p:nvSpPr>
        <p:spPr>
          <a:xfrm>
            <a:off x="6016752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1675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16752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143000"/>
            <a:ext cx="1280160" cy="123444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280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664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0664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97480"/>
            <a:ext cx="26974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handled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alert, state change, degraded process metric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2697480"/>
            <a:ext cx="26974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30"/>
          <p:cNvSpPr/>
          <p:nvPr/>
        </p:nvSpPr>
        <p:spPr>
          <a:xfrm>
            <a:off x="345643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orchestrated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56432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ETA, connections, yard, crane, simulate, work order, notify, AIS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697480"/>
            <a:ext cx="26974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629107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produced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32461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tool calls/errors, approvals, actions, metrics — append-only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RELAY runtime — custom state machine (not a thin framework wrapper)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split the maths (risk engine) from the workflow (orchestrator + agents)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103120" cy="6858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52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console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61264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188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at-risk table, plan compare, approval queue, live execution trace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103120" cy="6858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75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874520"/>
            <a:ext cx="61264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011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detected → analysing → planning → critique → awaiting approval → executing → closed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103120" cy="6858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98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697480"/>
            <a:ext cx="61264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834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connection risk + what-if simulator + policy gates (allowlist, approval tokens)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2103120" cy="6858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21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/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520440"/>
            <a:ext cx="6126480" cy="6858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657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Tuas-style APIs we wrote — PSA provided no dataset this round. Same tool shapes we would wire to PORTNET/CITOS in a sprinternship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ARCHITECTURE.md · Data assumptions in Appendix A · team-designed workflow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results on our synthetic twin — one approval cycle per scenario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82296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170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137160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70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loss (USD)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18872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1704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097280"/>
            <a:ext cx="82296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11704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097280"/>
            <a:ext cx="1280160" cy="36576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170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avoided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463040"/>
            <a:ext cx="201168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463040"/>
            <a:ext cx="8229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1554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463040"/>
            <a:ext cx="137160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10,209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118872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554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463040"/>
            <a:ext cx="8229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554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1463040"/>
            <a:ext cx="12801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554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10,209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1901952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outage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68880" y="1901952"/>
            <a:ext cx="822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1993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1901952"/>
            <a:ext cx="1371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901952"/>
            <a:ext cx="1188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993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52160" y="1901952"/>
            <a:ext cx="822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852160" y="1993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1901952"/>
            <a:ext cx="12801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1993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6,563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2340864"/>
            <a:ext cx="201168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2432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+ API fail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68880" y="2340864"/>
            <a:ext cx="8229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3" name="Text 41"/>
          <p:cNvSpPr/>
          <p:nvPr/>
        </p:nvSpPr>
        <p:spPr>
          <a:xfrm>
            <a:off x="2468880" y="2432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91840" y="2340864"/>
            <a:ext cx="137160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5" name="Text 43"/>
          <p:cNvSpPr/>
          <p:nvPr/>
        </p:nvSpPr>
        <p:spPr>
          <a:xfrm>
            <a:off x="329184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22,563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340864"/>
            <a:ext cx="118872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52160" y="2340864"/>
            <a:ext cx="8229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5852160" y="2432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2340864"/>
            <a:ext cx="1280160" cy="43891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2432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13,111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828800" y="320040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rejects PLAN-X in the crane scenario (capacity does not exist). The uncertainty run saves 5 of 12 on purpose — we show partial recovery when data is bad, not a perfect score.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RELAY synthetic twin runs (2026-08-23); illustrative — not live PORTNET data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tools fail or data is stale, RELAY retries, falls back, or escalates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Retryable tool errors re-attempt with backoff; every attempt is traced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3456432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56432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API 503 → last-known twin cache; reefers flagged verify-before-dispatch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bands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91072" y="1645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AIS increases ETA uncertainty before scoring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rejection notifies shift superintendent with dossier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6974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45643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6432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free-form shell/SQL — only registered tools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697480" cy="14173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91072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of high-impact work orders requires approval_token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Brief criteria — Scalability, Security and Responsible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shadow mode with PSA mentors, then real terminal APIs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61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97480" cy="2468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twin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console + 3 scenarios + audited traces for shortlisting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9748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61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Sep–Oct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97480" cy="2468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Sprinternship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with PSA mentors; tune risk weights with planners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9748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2618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97480" cy="24688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PORTNET / CITOS-class APIs, SSO/RBAC, production audit sink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Competition timeline (shortlist 4 Sep; Sprinternship Sep–Oct; Finals 23 Oct)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— connection recovery with human gates and a full audit trail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design &amp; execution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71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state machine, tools, HITL, traces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originality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T/S-first problem + dissent critic + hybrid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responsible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2651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Allowlist, gates, fallback, token accounting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clarity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291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 + this deck + architecture brief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or re-run late feeder / crane outage live in the ops console.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 ·  Data sources &amp; assumptions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synthetic terminal twin — PSA did not provide data or LLM access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Team-authored sample data: vessels, ETAs, yard blocks, crane states, T/S boxes, miss-cost model. Deterministic risk + simulate engines — no external LLM required at runtime.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0690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context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 / PSA public figures (~90% T/S; ~90% off-schedule 1H24; +8% rehandling) frame the problem. They are not live operational feeds.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690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(stated)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buffer = mother ETA − feeder ETA − handling − safety margin. Miss cost illustrative. Approval tokens required for restow / cutoff / hold. Tool failures are injected on purpose in scenario 3.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 contracts intended for PORTNET® / CITOS-class APIs in Sprinternship. Twin is a stand-in, not a claim of production data access.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PSA Code Sprint Telegram clarifications — synthetic/sample data allowed; assumptions must be stated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 ·  Technical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Python stdlib backend, React console, no paid API keys to run the demo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82880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9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51560"/>
            <a:ext cx="329184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179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10896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1179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554480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6824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stdlib HTTP + dataclasses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55448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FastAPI/pydantic; runs without pip; portable demo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182880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85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2057400"/>
            <a:ext cx="329184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2185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risk + simulate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2057400"/>
            <a:ext cx="3108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185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Auditable; LLM optional for narration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560320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26883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Allowlisted mock APIs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256032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fallback cache, failure injection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182880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1912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console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3063240"/>
            <a:ext cx="329184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2377440" y="31912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3063240"/>
            <a:ext cx="310896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UX, phase stepper, live trace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18288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3566160"/>
            <a:ext cx="32918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36941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 / pytest-compatible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56616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3694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Plan≈result alignment; scenario regression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relay/README.md · No PSA LLM credits / API keys required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 ·  Agent roles &amp;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job per agent — Critic can say no; Executor cannot skip approval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005840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10972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trigger; open incident; snapshot twin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81328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1481328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57276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schedule/ETA/connections; score connection buffer risk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56816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82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1956816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04825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PLAN-A/B/C(+X); simulate saved boxes &amp; cost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37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2432304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252374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infeasible plans (e.g. PLAN-X); surface residual risk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1737360" cy="41148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99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94560" y="2907792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0" y="29992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high-impact actions (restow, cutoff, hold)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747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94560" y="3383280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34747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allowlisted tools only with approval_token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1737360" cy="41148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3858768"/>
            <a:ext cx="6492240" cy="411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2377440" y="395020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trace: decisions, tools, errors, metrics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relay/backend/app/agents/orchestrator.py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 ·  Links &amp; references (hyperlinks allowed per organisers)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files and links — update repo URL before upload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25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repo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621792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7">
            <a:hlinkClick r:id="rId1" tooltip="https://github.com/piyaphat38030/psa-relay"/>
          </p:cNvPr>
          <p:cNvSpPr/>
          <p:nvPr/>
        </p:nvSpPr>
        <p:spPr>
          <a:xfrm>
            <a:off x="2651760" y="12252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070A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https://github.com/piyaphat38030/psa-rela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https://github.com/piyaphat38030/psa-relay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65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brief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737360"/>
            <a:ext cx="621792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8653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ARCHITECTURE.pdf — upload with submission (flow, decisions, impact, security)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201168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2377440"/>
            <a:ext cx="621792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2651760" y="25054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:8000 · Console :5173 — see relay/README.md quick start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011680" cy="5029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3017520"/>
            <a:ext cx="621792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3145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Aug 2026, 23:59 SGT — upload link in registration confirmation email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refs: MPA Maritime Singapore 2024 · Maritime Executive (PSA 1H 2024 ops) · Kickoff briefing 14 Aug · Telegram submission clarifications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Organiser reminder 27 Aug — submit via confirmation email before 30 Aug 23:59 SGT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 — PSA Code Sprint 2.0</dc:title>
  <dc:subject>Agentic transshipment connection continuity</dc:subject>
  <dc:creator>RELAY Team</dc:creator>
  <cp:lastModifiedBy>RELAY Team</cp:lastModifiedBy>
  <cp:revision>1</cp:revision>
  <dcterms:created xsi:type="dcterms:W3CDTF">2026-08-28T16:24:02Z</dcterms:created>
  <dcterms:modified xsi:type="dcterms:W3CDTF">2026-08-28T16:24:02Z</dcterms:modified>
</cp:coreProperties>
</file>